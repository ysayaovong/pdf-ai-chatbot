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640080"/>
            <a:ext cx="1645920" cy="210312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82296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📄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6675120" y="3017520"/>
            <a:ext cx="2103120" cy="640080"/>
          </a:xfrm>
          <a:prstGeom prst="roundRect">
            <a:avLst>
              <a:gd name="adj" fmla="val 17143"/>
            </a:avLst>
          </a:prstGeom>
          <a:solidFill>
            <a:srgbClr val="E9456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3017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Ask anything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DocuBot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PDF Q&amp;A Chatbot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36576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71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· Ask questions · Get answers instantly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402336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63240" y="402336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PyMuPDF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4023360"/>
            <a:ext cx="1188720" cy="41148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4023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DocuBot  |  Feature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DocuBot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analyse any PDF instantly with PyMuPDF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002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Detailed, Concise, or Bullet Points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002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4871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images alongside questions for visual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004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full conversation to a timestamped .txt file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2004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8328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'Thinking…' indicator while Claude processes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3200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20040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3767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share=True generates a link for phones &amp; teammates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DocuBot  |  Interface in 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Chat Experience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3337560"/>
          </a:xfrm>
          <a:prstGeom prst="rect">
            <a:avLst/>
          </a:prstGeom>
          <a:solidFill>
            <a:srgbClr val="111827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2286000" cy="3337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2011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Settings
</a:t>
            </a:r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Style
</a:t>
            </a:r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Detailed  ▾
</a:t>
            </a:r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📎 Upload PDF
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research_paper.pdf  ✅
</a:t>
            </a:r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🖼️ Attach Image
</a:t>
            </a:r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file chosen
</a:t>
            </a:r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Export
</a:t>
            </a:r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Save Chat History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6217920" cy="3337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1645920"/>
            <a:ext cx="3200400" cy="54864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What are the main findings of this paper?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2331720"/>
            <a:ext cx="5029200" cy="1188720"/>
          </a:xfrm>
          <a:prstGeom prst="roundRect">
            <a:avLst>
              <a:gd name="adj" fmla="val 7692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🤖  Based on the document, the three main findings are: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  • Model accuracy improved by 34% with the new architecture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  • Training time was reduced by half compared to the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  • Performance gains held across all six benchmark datasets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4251960"/>
            <a:ext cx="5029200" cy="411480"/>
          </a:xfrm>
          <a:prstGeom prst="rect">
            <a:avLst/>
          </a:prstGeom>
          <a:solidFill>
            <a:srgbClr val="374151"/>
          </a:solidFill>
          <a:ln w="6350">
            <a:solidFill>
              <a:srgbClr val="A0AE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Ask something about your document…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4251960"/>
            <a:ext cx="1051560" cy="411480"/>
          </a:xfrm>
          <a:prstGeom prst="roundRect">
            <a:avLst>
              <a:gd name="adj" fmla="val 17778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2519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Send 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4709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Status: ✅ Ready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DocuBot  |  Reflection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 &amp;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572000" cy="38404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087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Tutorial  →  DocuBot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572000" cy="502920"/>
          </a:xfrm>
          <a:prstGeom prst="rect">
            <a:avLst/>
          </a:prstGeom>
          <a:solidFill>
            <a:srgbClr val="ED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✕  Basic text 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Response mode dropdown (3 styles)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50592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✕  Single input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450592"/>
            <a:ext cx="2240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PDF + optional image upload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4572000" cy="502920"/>
          </a:xfrm>
          <a:prstGeom prst="rect">
            <a:avLst/>
          </a:prstGeom>
          <a:solidFill>
            <a:srgbClr val="ED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80944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✕  No status feedback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980944"/>
            <a:ext cx="2240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Live 'Thinking…' status bar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4572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11296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✕  No export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511296"/>
            <a:ext cx="2240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Save chat history to .txt 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4572000" cy="502920"/>
          </a:xfrm>
          <a:prstGeom prst="rect">
            <a:avLst/>
          </a:prstGeom>
          <a:solidFill>
            <a:srgbClr val="ED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41648"/>
            <a:ext cx="2103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✕  Default theme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041648"/>
            <a:ext cx="2240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✓  Custom dark CSS with brand colors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150876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1508760"/>
            <a:ext cx="64008" cy="1051560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Easiest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189280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Wiring Gradio events (.click, .submit) — the chained .then() pattern makes it intuitive.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69748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2697480"/>
            <a:ext cx="64008" cy="10515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Hardest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08152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Formatting the Claude API message history correctly for multi-turn conversations.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886200"/>
            <a:ext cx="3703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0640" y="3886200"/>
            <a:ext cx="64008" cy="105156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One-liner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427024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"Upload a PDF, pick a style, and chat with it — DocuBot turns any document into a conversation."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818888"/>
            <a:ext cx="850392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Built with Gradio · Claude AI · PyMuPDF  |  Google Colab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DocuBot – PDF Chatbot Interface</dc:title>
  <dc:subject>PptxGenJS Presentation</dc:subject>
  <dc:creator>PptxGenJS</dc:creator>
  <cp:lastModifiedBy>PptxGenJS</cp:lastModifiedBy>
  <cp:revision>1</cp:revision>
  <dcterms:created xsi:type="dcterms:W3CDTF">2026-03-03T11:54:51Z</dcterms:created>
  <dcterms:modified xsi:type="dcterms:W3CDTF">2026-03-03T11:54:51Z</dcterms:modified>
</cp:coreProperties>
</file>